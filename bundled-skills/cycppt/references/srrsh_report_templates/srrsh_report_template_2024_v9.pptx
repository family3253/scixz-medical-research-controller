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2.xml" ContentType="application/vnd.openxmlformats-officedocument.theme+xml"/>
  <Override PartName="/ppt/tags/tag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3" r:id="rId2"/>
    <p:sldId id="318" r:id="rId3"/>
    <p:sldId id="325" r:id="rId4"/>
    <p:sldId id="319" r:id="rId5"/>
    <p:sldId id="309" r:id="rId6"/>
    <p:sldId id="308" r:id="rId7"/>
    <p:sldId id="317" r:id="rId8"/>
    <p:sldId id="320" r:id="rId9"/>
  </p:sldIdLst>
  <p:sldSz cx="12192000" cy="6858000"/>
  <p:notesSz cx="6858000" cy="9144000"/>
  <p:custDataLst>
    <p:tags r:id="rId1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" initials="" lastIdx="0" clrIdx="0"/>
  <p:cmAuthor id="2" name="ovip" initials="" lastIdx="1" clrIdx="0"/>
  <p:cmAuthor id="3" name="作者" initials="" lastIdx="0" clrIdx="1"/>
  <p:cmAuthor id="4" name="Cen Charles" initials="" lastIdx="2" clrIdx="0"/>
  <p:cmAuthor id="5" name="Pascale Reidenberg" initials="" lastIdx="2" clrIdx="3"/>
  <p:cmAuthor id="6" name="柚子" initials="" lastIdx="1" clrIdx="4"/>
  <p:cmAuthor id="7" name="Aviva Asnis-Alibozek" initials="" lastIdx="4" clrIdx="4"/>
  <p:cmAuthor id="8" name="Tameka  Watkins" initials="" lastIdx="4" clrIdx="2"/>
  <p:cmAuthor id="9" name="JCasper" initials="" lastIdx="7" clrIdx="6"/>
  <p:cmAuthor id="10" name="Hermann, Frank {MDAOAH}" initials="" lastIdx="20" clrIdx="1"/>
  <p:cmAuthor id="11" name="Amanda Perkerson, ELS" initials="" lastIdx="2" clrIdx="7"/>
  <p:cmAuthor id="12" name="Delyth Eickermann, PhD" initials="" lastIdx="1" clrIdx="0"/>
  <p:cmAuthor id="13" name="Liu Min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 autoAdjust="0"/>
  </p:normalViewPr>
  <p:slideViewPr>
    <p:cSldViewPr snapToGrid="0">
      <p:cViewPr varScale="1">
        <p:scale>
          <a:sx n="111" d="100"/>
          <a:sy n="111" d="100"/>
        </p:scale>
        <p:origin x="582" y="24"/>
      </p:cViewPr>
      <p:guideLst>
        <p:guide orient="horz" pos="223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D33BBB8-31AA-541C-F880-38AA64B39E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22462D-5ED0-E3F9-6350-C5FBA7FED51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D2A48B96-639E-45A3-A0BA-2464DFDB1FAA}" type="datetimeFigureOut">
              <a:rPr lang="zh-CN" altLang="en-US"/>
              <a:pPr/>
              <a:t>2026-08-09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00" name="幻灯片图像占位符 3">
            <a:extLst>
              <a:ext uri="{FF2B5EF4-FFF2-40B4-BE49-F238E27FC236}">
                <a16:creationId xmlns:a16="http://schemas.microsoft.com/office/drawing/2014/main" id="{B7284D97-0210-6D8C-A351-17F40E78ACE0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备注占位符 4">
            <a:extLst>
              <a:ext uri="{FF2B5EF4-FFF2-40B4-BE49-F238E27FC236}">
                <a16:creationId xmlns:a16="http://schemas.microsoft.com/office/drawing/2014/main" id="{286CF3DE-AEC4-24D5-3328-500587C7C1F0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E3B842-5F53-2A24-AD42-397685E273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135AC9-24AB-D27C-F427-938049FA2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9AE465-D9B7-43F4-8F64-EF0C127349FC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EB4E28-0D45-E4CC-95F0-ACD84A69719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2B8350-B27F-0BE5-D9C9-B930D6E1E02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2D6C7-F8DF-5BAF-F5E4-699413D5D3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4A1B8CC-FB22-4F2B-806C-4E51A157F90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00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5A4F56-81FA-D9F9-FD46-9561E9EC38D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A66BD0-8B73-A3E8-6AF0-63C2C7A2E84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3B4E4A-F0C1-AC2A-6356-46DFEBEDCD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2C4C3D7-D026-470F-90B7-58011EB9AC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81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/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A94EC1-5801-7089-EBE9-9E0E2450CA1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2685B-7430-D12B-6550-B4A4C39694C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51FCE7-084A-1E8A-9A10-3BCB2DCB74E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3ACE055-1A6C-48FD-B7C3-7C2A81F3497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84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D49D6C1-4A1D-7750-EF95-F351F8DDFD8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2344570-524D-C57A-035C-C48051A0D84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99207FB-05D4-DA78-F051-2797E5EB56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D4307F2-3BA5-48E9-B2D4-76492BD23CE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58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2E9EF266-AAEA-6D63-6DE7-9D4F5C5FE71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35798CA3-DA7A-4EC3-B10B-A94C4906C7F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08677BE9-642F-3624-3C1A-F612C90C5E1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8CD9EA7-B003-488D-91A8-BFF75552614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678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CC82109-A7E6-92DC-C0CE-66F714AE6E1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0FC04CB-313E-0101-72E1-A65F477C305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A2155B8-A7EC-B137-9147-4B89C95FA24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97E2C-4171-4C97-92BF-DEBEFB43E0E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57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C6B3F97-B85C-BE04-5EBA-9B11D60CBD1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5480CC2-5727-9010-3975-824056A1A80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2844584-749C-8AE5-72BA-4710738A68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D8EE356-0481-4D60-9575-2058517A2D1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4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2ACC5D4-449D-FE32-0B96-19A302C0A7D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922EB-3AC3-B836-D17A-5D5272F3C29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D8B36F-56B5-E0BE-73F4-7938EE2EF54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3F2E945-8CB1-4108-8A22-3811B683992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85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F0F779-032C-EB7A-1A3E-FAF4AD86BBD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CCB472-0D11-81B6-B227-BC2B4530786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083785-ED3A-5CFF-75E2-E7F983D2D3C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7DAD4F8-72DA-4BFA-88F1-4E7552CFC7B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27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7A46D0A-5516-F97D-A869-26DDC84A08B5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861BE27-465D-6A9D-FF15-1A125ABB90C1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EEA0B06-0B8D-2625-CAED-9CFB4B1E7700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9CFE67A-550F-448B-A6B2-E403F9BB809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43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E5884E8B-5C55-C73A-E806-E4688BC2B838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DABBD9A-4817-C977-ED10-199A0DF0E692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01D8A04B-F3AF-8D26-466D-9C19842FC1DC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4C9CCD5-35C6-477A-8623-5E1F17B4314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707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王主任资料\各类照片\院徽镂空.png">
            <a:extLst>
              <a:ext uri="{FF2B5EF4-FFF2-40B4-BE49-F238E27FC236}">
                <a16:creationId xmlns:a16="http://schemas.microsoft.com/office/drawing/2014/main" id="{56D63321-573A-9865-706D-0158B5102D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73025"/>
            <a:ext cx="70802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138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27" y="2130527"/>
            <a:ext cx="10363469" cy="1470094"/>
          </a:xfrm>
          <a:prstGeom prst="rect">
            <a:avLst/>
          </a:prstGeom>
        </p:spPr>
        <p:txBody>
          <a:bodyPr lIns="91403" tIns="45700" rIns="91403" bIns="45700"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7C81F62-8F47-DFAD-797E-54B8E4C3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lIns="68564" tIns="34282" rIns="68564" bIns="34282"/>
          <a:lstStyle>
            <a:lvl1pPr>
              <a:defRPr smtClean="0"/>
            </a:lvl1pPr>
          </a:lstStyle>
          <a:p>
            <a:pPr>
              <a:defRPr/>
            </a:pPr>
            <a:fld id="{818D9FBC-7A28-415B-9E49-549B7C809242}" type="datetimeFigureOut">
              <a:rPr lang="zh-CN" altLang="en-US"/>
              <a:pPr>
                <a:defRPr/>
              </a:pPr>
              <a:t>2026-08-09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F925B0C-044A-A62C-3D9C-F4C9E144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lIns="68564" tIns="34282" rIns="68564" bIns="34282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3126927-8993-A686-5F9D-9DA6D5B5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8538" y="6356350"/>
            <a:ext cx="2743200" cy="365125"/>
          </a:xfrm>
        </p:spPr>
        <p:txBody>
          <a:bodyPr lIns="68564" tIns="34282" rIns="68564" bIns="34282"/>
          <a:lstStyle>
            <a:lvl1pPr>
              <a:defRPr/>
            </a:lvl1pPr>
          </a:lstStyle>
          <a:p>
            <a:fld id="{B7F9122E-CABE-4421-84A4-10BBDA98670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3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2C21A5A6-2BC9-27EB-066E-CC7B1E9ED61C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6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170" tIns="46990" rIns="90170" bIns="469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B900E1D8-21A1-16B5-64B2-7D371B869023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7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A2A26-9303-A4F6-4602-182AB065F124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defRPr sz="100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760FBDFE-C587-4B4C-A407-44438C67B59E}" type="datetimeFigureOut">
              <a:rPr lang="zh-CN" altLang="en-US"/>
              <a:pPr/>
              <a:t>2026-08-09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EE6361-597B-CE52-80EE-D329E64A597E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defRPr sz="1000" baseline="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A4837-3AEB-F877-188D-47903CE947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7493F004-7DBF-4CFA-BEB2-D0E4C70610F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73" r:id="rId12"/>
    <p:sldLayoutId id="2147483674" r:id="rId13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kern="1200" spc="150">
          <a:solidFill>
            <a:srgbClr val="595959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kern="1200" spc="15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kern="1200" spc="15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defRPr sz="1400" kern="1200" spc="15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kern="1200" spc="15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04DA6C-9F0E-BE63-53DF-3C8058A4D90B}"/>
              </a:ext>
            </a:extLst>
          </p:cNvPr>
          <p:cNvCxnSpPr/>
          <p:nvPr/>
        </p:nvCxnSpPr>
        <p:spPr>
          <a:xfrm>
            <a:off x="-23813" y="4071938"/>
            <a:ext cx="12201526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2" name="TextBox 23">
            <a:extLst>
              <a:ext uri="{FF2B5EF4-FFF2-40B4-BE49-F238E27FC236}">
                <a16:creationId xmlns:a16="http://schemas.microsoft.com/office/drawing/2014/main" id="{06A1B9AC-A85D-383C-AAE3-2371201C0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4222750"/>
            <a:ext cx="9664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 eaLnBrk="0" hangingPunct="0"/>
            <a:r>
              <a:rPr lang="en-US" altLang="zh-CN" sz="4800" b="1">
                <a:solidFill>
                  <a:srgbClr val="CD1F06"/>
                </a:solidFill>
                <a:latin typeface="微软雅黑" panose="020B0503020204020204" pitchFamily="34" charset="-122"/>
              </a:rPr>
              <a:t>V9-</a:t>
            </a:r>
            <a:r>
              <a:rPr lang="zh-CN" altLang="en-US" sz="4800" b="1">
                <a:solidFill>
                  <a:srgbClr val="CD1F06"/>
                </a:solidFill>
                <a:latin typeface="微软雅黑" panose="020B0503020204020204" pitchFamily="34" charset="-122"/>
              </a:rPr>
              <a:t>议题（庆春院区）</a:t>
            </a:r>
            <a:r>
              <a:rPr lang="en-US" altLang="zh-CN" sz="1600" b="1">
                <a:solidFill>
                  <a:srgbClr val="CD1F06"/>
                </a:solidFill>
                <a:latin typeface="微软雅黑" panose="020B0503020204020204" pitchFamily="34" charset="-122"/>
              </a:rPr>
              <a:t>2024.6.24</a:t>
            </a:r>
          </a:p>
        </p:txBody>
      </p:sp>
      <p:sp>
        <p:nvSpPr>
          <p:cNvPr id="5123" name="TextBox 24">
            <a:extLst>
              <a:ext uri="{FF2B5EF4-FFF2-40B4-BE49-F238E27FC236}">
                <a16:creationId xmlns:a16="http://schemas.microsoft.com/office/drawing/2014/main" id="{DC977521-D740-6C12-82BA-3D1BA8543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8588" y="4938713"/>
            <a:ext cx="26082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>
                <a:latin typeface="微软雅黑" panose="020B0503020204020204" pitchFamily="34" charset="-122"/>
              </a:rPr>
              <a:t>  </a:t>
            </a:r>
            <a:r>
              <a:rPr lang="zh-CN" altLang="zh-CN" sz="2800">
                <a:latin typeface="微软雅黑" panose="020B0503020204020204" pitchFamily="34" charset="-122"/>
              </a:rPr>
              <a:t>姓名</a:t>
            </a:r>
            <a:endParaRPr lang="zh-CN" altLang="zh-CN" sz="2400">
              <a:latin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7E2A2C9-FA07-E783-EEEF-CB25FA826596}"/>
              </a:ext>
            </a:extLst>
          </p:cNvPr>
          <p:cNvSpPr/>
          <p:nvPr/>
        </p:nvSpPr>
        <p:spPr bwMode="auto">
          <a:xfrm>
            <a:off x="-30163" y="6597650"/>
            <a:ext cx="12218988" cy="28733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64" tIns="60931" rIns="121864" bIns="6093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noProof="1">
              <a:solidFill>
                <a:srgbClr val="760000"/>
              </a:solidFill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CCCD052-D362-03BA-D6BE-570EFDF9AD6A}"/>
              </a:ext>
            </a:extLst>
          </p:cNvPr>
          <p:cNvCxnSpPr/>
          <p:nvPr/>
        </p:nvCxnSpPr>
        <p:spPr>
          <a:xfrm>
            <a:off x="554038" y="5514975"/>
            <a:ext cx="11012487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5">
            <a:extLst>
              <a:ext uri="{FF2B5EF4-FFF2-40B4-BE49-F238E27FC236}">
                <a16:creationId xmlns:a16="http://schemas.microsoft.com/office/drawing/2014/main" id="{A1D118B6-4B03-F5CD-E5C8-42791392F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646738"/>
            <a:ext cx="2824162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12" descr="C:\Users\ADMINI~1\AppData\Local\Temp\360zip$Temp\360$0\L26_Logo_horz_blk_jpg.jpg">
            <a:extLst>
              <a:ext uri="{FF2B5EF4-FFF2-40B4-BE49-F238E27FC236}">
                <a16:creationId xmlns:a16="http://schemas.microsoft.com/office/drawing/2014/main" id="{72EE6097-0D15-BFC4-C401-38C96C61F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5" y="5576888"/>
            <a:ext cx="25495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5">
            <a:extLst>
              <a:ext uri="{FF2B5EF4-FFF2-40B4-BE49-F238E27FC236}">
                <a16:creationId xmlns:a16="http://schemas.microsoft.com/office/drawing/2014/main" id="{A939EFAC-4109-68A0-0900-DE926196F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5654675"/>
            <a:ext cx="22828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图片 1" descr="图片 1">
            <a:extLst>
              <a:ext uri="{FF2B5EF4-FFF2-40B4-BE49-F238E27FC236}">
                <a16:creationId xmlns:a16="http://schemas.microsoft.com/office/drawing/2014/main" id="{787E704E-581C-D008-F876-04ABF41A4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1B66717-371D-9BBC-F182-3126E12B6285}"/>
              </a:ext>
            </a:extLst>
          </p:cNvPr>
          <p:cNvCxnSpPr/>
          <p:nvPr/>
        </p:nvCxnSpPr>
        <p:spPr>
          <a:xfrm>
            <a:off x="-23813" y="4071938"/>
            <a:ext cx="12201526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6" name="TextBox 23">
            <a:extLst>
              <a:ext uri="{FF2B5EF4-FFF2-40B4-BE49-F238E27FC236}">
                <a16:creationId xmlns:a16="http://schemas.microsoft.com/office/drawing/2014/main" id="{DB969E5B-548B-F62E-19D8-0FB813BC8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4222750"/>
            <a:ext cx="9664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 eaLnBrk="0" hangingPunct="0"/>
            <a:r>
              <a:rPr lang="en-US" altLang="zh-CN" sz="4800" b="1">
                <a:solidFill>
                  <a:srgbClr val="CD1F0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V9-</a:t>
            </a:r>
            <a:r>
              <a:rPr lang="zh-CN" altLang="en-US" sz="4800" b="1">
                <a:solidFill>
                  <a:srgbClr val="CD1F06"/>
                </a:solidFill>
                <a:latin typeface="微软雅黑" panose="020B0503020204020204" pitchFamily="34" charset="-122"/>
              </a:rPr>
              <a:t>议题（钱塘院区）</a:t>
            </a:r>
            <a:r>
              <a:rPr lang="en-US" altLang="zh-CN" sz="1600" b="1">
                <a:solidFill>
                  <a:srgbClr val="CD1F06"/>
                </a:solidFill>
                <a:latin typeface="微软雅黑" panose="020B0503020204020204" pitchFamily="34" charset="-122"/>
              </a:rPr>
              <a:t>2024.6.24</a:t>
            </a:r>
          </a:p>
        </p:txBody>
      </p:sp>
      <p:sp>
        <p:nvSpPr>
          <p:cNvPr id="6147" name="TextBox 24">
            <a:extLst>
              <a:ext uri="{FF2B5EF4-FFF2-40B4-BE49-F238E27FC236}">
                <a16:creationId xmlns:a16="http://schemas.microsoft.com/office/drawing/2014/main" id="{75AC64C3-A3D1-40ED-739F-6C7643804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8588" y="4938713"/>
            <a:ext cx="26082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>
                <a:latin typeface="微软雅黑" panose="020B0503020204020204" pitchFamily="34" charset="-122"/>
              </a:rPr>
              <a:t>  </a:t>
            </a:r>
            <a:r>
              <a:rPr lang="zh-CN" altLang="zh-CN" sz="2800">
                <a:latin typeface="微软雅黑" panose="020B0503020204020204" pitchFamily="34" charset="-122"/>
              </a:rPr>
              <a:t>姓名</a:t>
            </a:r>
            <a:endParaRPr lang="zh-CN" altLang="zh-CN" sz="2400">
              <a:latin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3B11FD-0CC6-DC60-C9B7-99FC1F754681}"/>
              </a:ext>
            </a:extLst>
          </p:cNvPr>
          <p:cNvSpPr/>
          <p:nvPr/>
        </p:nvSpPr>
        <p:spPr bwMode="auto">
          <a:xfrm>
            <a:off x="-30163" y="6597650"/>
            <a:ext cx="12218988" cy="28733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64" tIns="60931" rIns="121864" bIns="6093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noProof="1">
              <a:solidFill>
                <a:srgbClr val="760000"/>
              </a:solidFill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EB03207-C37B-6C80-2733-E2B9F7DB78D6}"/>
              </a:ext>
            </a:extLst>
          </p:cNvPr>
          <p:cNvCxnSpPr/>
          <p:nvPr/>
        </p:nvCxnSpPr>
        <p:spPr>
          <a:xfrm>
            <a:off x="554038" y="5514975"/>
            <a:ext cx="11012487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0" name="Picture 5">
            <a:extLst>
              <a:ext uri="{FF2B5EF4-FFF2-40B4-BE49-F238E27FC236}">
                <a16:creationId xmlns:a16="http://schemas.microsoft.com/office/drawing/2014/main" id="{D19FFBF6-3F55-257A-2469-FDE2BA7E6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646738"/>
            <a:ext cx="2824162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12" descr="C:\Users\ADMINI~1\AppData\Local\Temp\360zip$Temp\360$0\L26_Logo_horz_blk_jpg.jpg">
            <a:extLst>
              <a:ext uri="{FF2B5EF4-FFF2-40B4-BE49-F238E27FC236}">
                <a16:creationId xmlns:a16="http://schemas.microsoft.com/office/drawing/2014/main" id="{DAADAA7C-2216-BD08-E786-13B4714D7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5" y="5576888"/>
            <a:ext cx="25495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5">
            <a:extLst>
              <a:ext uri="{FF2B5EF4-FFF2-40B4-BE49-F238E27FC236}">
                <a16:creationId xmlns:a16="http://schemas.microsoft.com/office/drawing/2014/main" id="{60284A60-D88F-5D92-81B2-E9FC3F98D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5654675"/>
            <a:ext cx="22828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图片 1" descr="QT">
            <a:extLst>
              <a:ext uri="{FF2B5EF4-FFF2-40B4-BE49-F238E27FC236}">
                <a16:creationId xmlns:a16="http://schemas.microsoft.com/office/drawing/2014/main" id="{88E5CFF8-375C-AFD6-36C2-9CF530A6D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88"/>
            <a:ext cx="12192000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0BA7C42-9A7F-433F-BA83-76289C309C64}"/>
              </a:ext>
            </a:extLst>
          </p:cNvPr>
          <p:cNvCxnSpPr/>
          <p:nvPr/>
        </p:nvCxnSpPr>
        <p:spPr>
          <a:xfrm>
            <a:off x="-23813" y="4071938"/>
            <a:ext cx="12201526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0" name="TextBox 24">
            <a:extLst>
              <a:ext uri="{FF2B5EF4-FFF2-40B4-BE49-F238E27FC236}">
                <a16:creationId xmlns:a16="http://schemas.microsoft.com/office/drawing/2014/main" id="{EC63BE5B-7F0C-62F2-B6D8-49229B991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3" y="4938713"/>
            <a:ext cx="2609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>
                <a:latin typeface="微软雅黑" panose="020B0503020204020204" pitchFamily="34" charset="-122"/>
              </a:rPr>
              <a:t>  </a:t>
            </a:r>
            <a:r>
              <a:rPr lang="zh-CN" altLang="zh-CN" sz="2800">
                <a:latin typeface="微软雅黑" panose="020B0503020204020204" pitchFamily="34" charset="-122"/>
              </a:rPr>
              <a:t>姓名</a:t>
            </a:r>
            <a:endParaRPr lang="zh-CN" altLang="zh-CN" sz="2400">
              <a:latin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20D084-581B-5B0E-45B4-721EC42087A1}"/>
              </a:ext>
            </a:extLst>
          </p:cNvPr>
          <p:cNvSpPr/>
          <p:nvPr/>
        </p:nvSpPr>
        <p:spPr bwMode="auto">
          <a:xfrm>
            <a:off x="-30163" y="6597650"/>
            <a:ext cx="12218988" cy="28733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64" tIns="60931" rIns="121864" bIns="6093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noProof="1">
              <a:solidFill>
                <a:srgbClr val="760000"/>
              </a:solidFill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010A9261-A377-2FD1-A475-C762A8B82D50}"/>
              </a:ext>
            </a:extLst>
          </p:cNvPr>
          <p:cNvCxnSpPr/>
          <p:nvPr/>
        </p:nvCxnSpPr>
        <p:spPr>
          <a:xfrm>
            <a:off x="554038" y="5514975"/>
            <a:ext cx="11012487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3" name="Picture 5">
            <a:extLst>
              <a:ext uri="{FF2B5EF4-FFF2-40B4-BE49-F238E27FC236}">
                <a16:creationId xmlns:a16="http://schemas.microsoft.com/office/drawing/2014/main" id="{8EDD2880-D3F1-CC7C-BA0B-55481C07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646738"/>
            <a:ext cx="2824162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12" descr="C:\Users\ADMINI~1\AppData\Local\Temp\360zip$Temp\360$0\L26_Logo_horz_blk_jpg.jpg">
            <a:extLst>
              <a:ext uri="{FF2B5EF4-FFF2-40B4-BE49-F238E27FC236}">
                <a16:creationId xmlns:a16="http://schemas.microsoft.com/office/drawing/2014/main" id="{2B4DC290-C958-F6CE-365E-4EAF2D567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5" y="5576888"/>
            <a:ext cx="25495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5">
            <a:extLst>
              <a:ext uri="{FF2B5EF4-FFF2-40B4-BE49-F238E27FC236}">
                <a16:creationId xmlns:a16="http://schemas.microsoft.com/office/drawing/2014/main" id="{D7A76170-5992-48A4-F2DC-2B5B33FA7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5654675"/>
            <a:ext cx="22828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Box 23">
            <a:extLst>
              <a:ext uri="{FF2B5EF4-FFF2-40B4-BE49-F238E27FC236}">
                <a16:creationId xmlns:a16="http://schemas.microsoft.com/office/drawing/2014/main" id="{94BC22BD-3770-EFDD-0A73-59CD589E2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4222750"/>
            <a:ext cx="9664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 eaLnBrk="0" hangingPunct="0"/>
            <a:r>
              <a:rPr lang="en-US" altLang="zh-CN" sz="4800" b="1">
                <a:solidFill>
                  <a:srgbClr val="CD1F0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V9-</a:t>
            </a:r>
            <a:r>
              <a:rPr lang="zh-CN" altLang="en-US" sz="4800" b="1">
                <a:solidFill>
                  <a:srgbClr val="CD1F06"/>
                </a:solidFill>
                <a:latin typeface="微软雅黑" panose="020B0503020204020204" pitchFamily="34" charset="-122"/>
              </a:rPr>
              <a:t>议题（阿拉尔院区）</a:t>
            </a:r>
            <a:r>
              <a:rPr lang="en-US" altLang="zh-CN" sz="1600" b="1">
                <a:solidFill>
                  <a:srgbClr val="CD1F06"/>
                </a:solidFill>
                <a:latin typeface="微软雅黑" panose="020B0503020204020204" pitchFamily="34" charset="-122"/>
              </a:rPr>
              <a:t>2024.6.24</a:t>
            </a:r>
          </a:p>
        </p:txBody>
      </p:sp>
      <p:pic>
        <p:nvPicPr>
          <p:cNvPr id="7177" name="图片 1" descr="ALE">
            <a:extLst>
              <a:ext uri="{FF2B5EF4-FFF2-40B4-BE49-F238E27FC236}">
                <a16:creationId xmlns:a16="http://schemas.microsoft.com/office/drawing/2014/main" id="{5B7C575E-A7A9-2BE2-7223-4244A52A6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88825" cy="396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F712E7F-6267-5E8C-8D9E-C45945FA2859}"/>
              </a:ext>
            </a:extLst>
          </p:cNvPr>
          <p:cNvCxnSpPr/>
          <p:nvPr/>
        </p:nvCxnSpPr>
        <p:spPr>
          <a:xfrm>
            <a:off x="-23813" y="4071938"/>
            <a:ext cx="12201526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4" name="TextBox 23">
            <a:extLst>
              <a:ext uri="{FF2B5EF4-FFF2-40B4-BE49-F238E27FC236}">
                <a16:creationId xmlns:a16="http://schemas.microsoft.com/office/drawing/2014/main" id="{992C897C-8953-F361-9C91-D49B71256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4222750"/>
            <a:ext cx="9664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 eaLnBrk="0" hangingPunct="0"/>
            <a:r>
              <a:rPr lang="en-US" altLang="zh-CN" sz="4800" b="1">
                <a:solidFill>
                  <a:srgbClr val="CD1F0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V9-</a:t>
            </a:r>
            <a:r>
              <a:rPr lang="zh-CN" altLang="en-US" sz="4800" b="1">
                <a:solidFill>
                  <a:srgbClr val="CD1F06"/>
                </a:solidFill>
                <a:latin typeface="微软雅黑" panose="020B0503020204020204" pitchFamily="34" charset="-122"/>
              </a:rPr>
              <a:t>议题（大运河院区）</a:t>
            </a:r>
            <a:r>
              <a:rPr lang="en-US" altLang="zh-CN" sz="1600" b="1">
                <a:solidFill>
                  <a:srgbClr val="CD1F06"/>
                </a:solidFill>
                <a:latin typeface="微软雅黑" panose="020B0503020204020204" pitchFamily="34" charset="-122"/>
              </a:rPr>
              <a:t>2024.6.24</a:t>
            </a:r>
          </a:p>
        </p:txBody>
      </p:sp>
      <p:sp>
        <p:nvSpPr>
          <p:cNvPr id="8195" name="TextBox 24">
            <a:extLst>
              <a:ext uri="{FF2B5EF4-FFF2-40B4-BE49-F238E27FC236}">
                <a16:creationId xmlns:a16="http://schemas.microsoft.com/office/drawing/2014/main" id="{EB6DFEEA-C98C-E07D-6421-16C60AA89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3" y="4938713"/>
            <a:ext cx="2609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>
                <a:latin typeface="微软雅黑" panose="020B0503020204020204" pitchFamily="34" charset="-122"/>
              </a:rPr>
              <a:t>  </a:t>
            </a:r>
            <a:r>
              <a:rPr lang="zh-CN" altLang="zh-CN" sz="2800">
                <a:latin typeface="微软雅黑" panose="020B0503020204020204" pitchFamily="34" charset="-122"/>
              </a:rPr>
              <a:t>姓名</a:t>
            </a:r>
            <a:endParaRPr lang="zh-CN" altLang="zh-CN" sz="2400">
              <a:latin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EC7C4D-E795-3203-FF28-F4BC1C8AB03B}"/>
              </a:ext>
            </a:extLst>
          </p:cNvPr>
          <p:cNvSpPr/>
          <p:nvPr/>
        </p:nvSpPr>
        <p:spPr bwMode="auto">
          <a:xfrm>
            <a:off x="-30163" y="6597650"/>
            <a:ext cx="12218988" cy="28733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64" tIns="60931" rIns="121864" bIns="6093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noProof="1">
              <a:solidFill>
                <a:srgbClr val="760000"/>
              </a:solidFill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F119FB0A-8336-BC55-3E17-5218101A4CEE}"/>
              </a:ext>
            </a:extLst>
          </p:cNvPr>
          <p:cNvCxnSpPr/>
          <p:nvPr/>
        </p:nvCxnSpPr>
        <p:spPr>
          <a:xfrm>
            <a:off x="554038" y="5514975"/>
            <a:ext cx="11012487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8" name="Picture 5">
            <a:extLst>
              <a:ext uri="{FF2B5EF4-FFF2-40B4-BE49-F238E27FC236}">
                <a16:creationId xmlns:a16="http://schemas.microsoft.com/office/drawing/2014/main" id="{38E6D2AF-EDFF-A58D-62F6-A15017A24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646738"/>
            <a:ext cx="2824162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12" descr="C:\Users\ADMINI~1\AppData\Local\Temp\360zip$Temp\360$0\L26_Logo_horz_blk_jpg.jpg">
            <a:extLst>
              <a:ext uri="{FF2B5EF4-FFF2-40B4-BE49-F238E27FC236}">
                <a16:creationId xmlns:a16="http://schemas.microsoft.com/office/drawing/2014/main" id="{3D11987B-9F4A-1733-6A30-D2A8ACBBE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5" y="5576888"/>
            <a:ext cx="25495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5">
            <a:extLst>
              <a:ext uri="{FF2B5EF4-FFF2-40B4-BE49-F238E27FC236}">
                <a16:creationId xmlns:a16="http://schemas.microsoft.com/office/drawing/2014/main" id="{C267B045-455F-0CE0-4384-471D4E16B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5654675"/>
            <a:ext cx="22828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图片 2" descr="DYH">
            <a:extLst>
              <a:ext uri="{FF2B5EF4-FFF2-40B4-BE49-F238E27FC236}">
                <a16:creationId xmlns:a16="http://schemas.microsoft.com/office/drawing/2014/main" id="{851781BA-9D10-A888-4BF3-76AD934F1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88"/>
            <a:ext cx="12192000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4ADB4FD-5A9A-35DE-6FDE-B5E70856C4D9}"/>
              </a:ext>
            </a:extLst>
          </p:cNvPr>
          <p:cNvCxnSpPr/>
          <p:nvPr/>
        </p:nvCxnSpPr>
        <p:spPr>
          <a:xfrm>
            <a:off x="-23813" y="4071938"/>
            <a:ext cx="12201526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8" name="TextBox 24">
            <a:extLst>
              <a:ext uri="{FF2B5EF4-FFF2-40B4-BE49-F238E27FC236}">
                <a16:creationId xmlns:a16="http://schemas.microsoft.com/office/drawing/2014/main" id="{87E46397-7CD8-E147-0F6C-0C1489738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3" y="4938713"/>
            <a:ext cx="2609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>
                <a:latin typeface="微软雅黑" panose="020B0503020204020204" pitchFamily="34" charset="-122"/>
              </a:rPr>
              <a:t>  </a:t>
            </a:r>
            <a:r>
              <a:rPr lang="zh-CN" altLang="zh-CN" sz="2800">
                <a:latin typeface="微软雅黑" panose="020B0503020204020204" pitchFamily="34" charset="-122"/>
              </a:rPr>
              <a:t>姓名</a:t>
            </a:r>
            <a:endParaRPr lang="zh-CN" altLang="zh-CN" sz="2400">
              <a:latin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C0C993-DEE1-7A8B-F6A0-1E20C8BCE16C}"/>
              </a:ext>
            </a:extLst>
          </p:cNvPr>
          <p:cNvSpPr/>
          <p:nvPr/>
        </p:nvSpPr>
        <p:spPr bwMode="auto">
          <a:xfrm>
            <a:off x="-30163" y="6597650"/>
            <a:ext cx="12218988" cy="28733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64" tIns="60931" rIns="121864" bIns="6093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noProof="1">
              <a:solidFill>
                <a:srgbClr val="760000"/>
              </a:solidFill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B00F0E6-11E6-912E-6C9B-0F4E1391B71C}"/>
              </a:ext>
            </a:extLst>
          </p:cNvPr>
          <p:cNvCxnSpPr/>
          <p:nvPr/>
        </p:nvCxnSpPr>
        <p:spPr>
          <a:xfrm>
            <a:off x="554038" y="5514975"/>
            <a:ext cx="11012487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1" name="Picture 5">
            <a:extLst>
              <a:ext uri="{FF2B5EF4-FFF2-40B4-BE49-F238E27FC236}">
                <a16:creationId xmlns:a16="http://schemas.microsoft.com/office/drawing/2014/main" id="{D9288F4B-F97B-FEB2-FFB3-35A7F4CB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646738"/>
            <a:ext cx="2824162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2" descr="C:\Users\ADMINI~1\AppData\Local\Temp\360zip$Temp\360$0\L26_Logo_horz_blk_jpg.jpg">
            <a:extLst>
              <a:ext uri="{FF2B5EF4-FFF2-40B4-BE49-F238E27FC236}">
                <a16:creationId xmlns:a16="http://schemas.microsoft.com/office/drawing/2014/main" id="{C693EB8E-AD28-A2BC-1D1E-647D83548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5" y="5576888"/>
            <a:ext cx="25495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5">
            <a:extLst>
              <a:ext uri="{FF2B5EF4-FFF2-40B4-BE49-F238E27FC236}">
                <a16:creationId xmlns:a16="http://schemas.microsoft.com/office/drawing/2014/main" id="{CCF752E9-AD6F-BC44-C022-97BAC20EE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5654675"/>
            <a:ext cx="22828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TextBox 23">
            <a:extLst>
              <a:ext uri="{FF2B5EF4-FFF2-40B4-BE49-F238E27FC236}">
                <a16:creationId xmlns:a16="http://schemas.microsoft.com/office/drawing/2014/main" id="{38ABC39D-0ED9-4E3D-D487-91BC7E847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4222750"/>
            <a:ext cx="9664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 eaLnBrk="0" hangingPunct="0"/>
            <a:r>
              <a:rPr lang="en-US" altLang="zh-CN" sz="4800" b="1">
                <a:solidFill>
                  <a:srgbClr val="CD1F0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V9-</a:t>
            </a:r>
            <a:r>
              <a:rPr lang="zh-CN" altLang="en-US" sz="4800" b="1">
                <a:solidFill>
                  <a:srgbClr val="CD1F06"/>
                </a:solidFill>
                <a:latin typeface="微软雅黑" panose="020B0503020204020204" pitchFamily="34" charset="-122"/>
              </a:rPr>
              <a:t>议题（绍兴院区）</a:t>
            </a:r>
            <a:r>
              <a:rPr lang="en-US" altLang="zh-CN" sz="1600" b="1">
                <a:solidFill>
                  <a:srgbClr val="CD1F06"/>
                </a:solidFill>
                <a:latin typeface="微软雅黑" panose="020B0503020204020204" pitchFamily="34" charset="-122"/>
              </a:rPr>
              <a:t>2024.6.24</a:t>
            </a:r>
          </a:p>
        </p:txBody>
      </p:sp>
      <p:pic>
        <p:nvPicPr>
          <p:cNvPr id="9225" name="图片 1" descr="91158cd75765bb9015aa138d01c946a">
            <a:extLst>
              <a:ext uri="{FF2B5EF4-FFF2-40B4-BE49-F238E27FC236}">
                <a16:creationId xmlns:a16="http://schemas.microsoft.com/office/drawing/2014/main" id="{BDF4F6F5-7EB6-FC93-977D-EB6FAE2DB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88"/>
            <a:ext cx="12192000" cy="400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文本框 2">
            <a:extLst>
              <a:ext uri="{FF2B5EF4-FFF2-40B4-BE49-F238E27FC236}">
                <a16:creationId xmlns:a16="http://schemas.microsoft.com/office/drawing/2014/main" id="{48817487-D9BC-118F-C4E8-C37FD3AC5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1344613"/>
            <a:ext cx="10221913" cy="416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>
                <a:solidFill>
                  <a:srgbClr val="2E54A1"/>
                </a:solidFill>
              </a:rPr>
              <a:t>V9</a:t>
            </a:r>
            <a:r>
              <a:rPr lang="zh-CN" altLang="en-US" sz="2800">
                <a:solidFill>
                  <a:srgbClr val="2E54A1"/>
                </a:solidFill>
              </a:rPr>
              <a:t>更新说明</a:t>
            </a:r>
            <a:r>
              <a:rPr lang="en-US" altLang="zh-CN" sz="2800">
                <a:solidFill>
                  <a:srgbClr val="2E54A1"/>
                </a:solidFill>
              </a:rPr>
              <a:t>——</a:t>
            </a:r>
            <a:r>
              <a:rPr lang="zh-CN" altLang="en-US" sz="2800">
                <a:solidFill>
                  <a:srgbClr val="2E54A1"/>
                </a:solidFill>
              </a:rPr>
              <a:t>更新了绍兴院区图片等一些细节</a:t>
            </a:r>
            <a:endParaRPr lang="en-US" altLang="zh-CN" sz="2800">
              <a:solidFill>
                <a:srgbClr val="2E54A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>
                <a:solidFill>
                  <a:srgbClr val="2E54A1"/>
                </a:solidFill>
              </a:rPr>
              <a:t>随着邵逸夫医院各大院区的运行，为更好地展示我院形象，医院制作了包含各大院区的全新PPT模板。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>
                <a:solidFill>
                  <a:srgbClr val="2E54A1"/>
                </a:solidFill>
              </a:rPr>
              <a:t>请各科室自即日起，在制作PPT时，根据所在院区使用相应的模板。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>
                <a:solidFill>
                  <a:srgbClr val="2E54A1"/>
                </a:solidFill>
              </a:rPr>
              <a:t>PPT模板下载路径：医院内网——“资料下载”/“通知公告”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4">
            <a:extLst>
              <a:ext uri="{FF2B5EF4-FFF2-40B4-BE49-F238E27FC236}">
                <a16:creationId xmlns:a16="http://schemas.microsoft.com/office/drawing/2014/main" id="{B41BDA8D-EE35-B19D-8694-4F7B8329D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0"/>
            <a:ext cx="12188825" cy="2205038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581" tIns="49291" rIns="98581" bIns="49291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zh-CN" sz="5200">
              <a:solidFill>
                <a:prstClr val="white"/>
              </a:solidFill>
              <a:latin typeface="Arial" panose="020B0604020202020204" pitchFamily="34" charset="0"/>
              <a:ea typeface="华文彩云" panose="0201080004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5200">
                <a:solidFill>
                  <a:prstClr val="white"/>
                </a:solidFill>
                <a:latin typeface="Arial" panose="020B0604020202020204" pitchFamily="34" charset="0"/>
                <a:ea typeface="华文彩云" panose="02010800040101010101" pitchFamily="2" charset="-122"/>
              </a:rPr>
              <a:t>THANK     YOU</a:t>
            </a:r>
          </a:p>
        </p:txBody>
      </p:sp>
      <p:grpSp>
        <p:nvGrpSpPr>
          <p:cNvPr id="12290" name="Group 6">
            <a:extLst>
              <a:ext uri="{FF2B5EF4-FFF2-40B4-BE49-F238E27FC236}">
                <a16:creationId xmlns:a16="http://schemas.microsoft.com/office/drawing/2014/main" id="{FABF22C9-8EEF-03CA-31C6-4B27E9D6969C}"/>
              </a:ext>
            </a:extLst>
          </p:cNvPr>
          <p:cNvGrpSpPr>
            <a:grpSpLocks/>
          </p:cNvGrpSpPr>
          <p:nvPr/>
        </p:nvGrpSpPr>
        <p:grpSpPr bwMode="auto">
          <a:xfrm>
            <a:off x="144463" y="115888"/>
            <a:ext cx="1827212" cy="1368425"/>
            <a:chOff x="22" y="981"/>
            <a:chExt cx="863" cy="862"/>
          </a:xfrm>
        </p:grpSpPr>
        <p:sp>
          <p:nvSpPr>
            <p:cNvPr id="169992" name="Rectangle 7">
              <a:extLst>
                <a:ext uri="{FF2B5EF4-FFF2-40B4-BE49-F238E27FC236}">
                  <a16:creationId xmlns:a16="http://schemas.microsoft.com/office/drawing/2014/main" id="{808901B5-789F-A8BC-13AE-C32AF2178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981"/>
              <a:ext cx="181" cy="182"/>
            </a:xfrm>
            <a:prstGeom prst="rect">
              <a:avLst/>
            </a:prstGeom>
            <a:solidFill>
              <a:schemeClr val="bg1">
                <a:alpha val="3294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69993" name="Rectangle 8">
              <a:extLst>
                <a:ext uri="{FF2B5EF4-FFF2-40B4-BE49-F238E27FC236}">
                  <a16:creationId xmlns:a16="http://schemas.microsoft.com/office/drawing/2014/main" id="{04C98432-EA45-59C3-11D4-C689B239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207"/>
              <a:ext cx="181" cy="182"/>
            </a:xfrm>
            <a:prstGeom prst="rect">
              <a:avLst/>
            </a:prstGeom>
            <a:solidFill>
              <a:schemeClr val="bg1">
                <a:alpha val="1882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69994" name="Rectangle 9">
              <a:extLst>
                <a:ext uri="{FF2B5EF4-FFF2-40B4-BE49-F238E27FC236}">
                  <a16:creationId xmlns:a16="http://schemas.microsoft.com/office/drawing/2014/main" id="{9F98F925-2A6F-8D33-FB79-74E024919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207"/>
              <a:ext cx="181" cy="182"/>
            </a:xfrm>
            <a:prstGeom prst="rect">
              <a:avLst/>
            </a:prstGeom>
            <a:solidFill>
              <a:schemeClr val="bg1">
                <a:alpha val="3294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69995" name="Rectangle 10">
              <a:extLst>
                <a:ext uri="{FF2B5EF4-FFF2-40B4-BE49-F238E27FC236}">
                  <a16:creationId xmlns:a16="http://schemas.microsoft.com/office/drawing/2014/main" id="{9B484AFE-6467-3244-2E3A-E2F53ADE7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434"/>
              <a:ext cx="181" cy="182"/>
            </a:xfrm>
            <a:prstGeom prst="rect">
              <a:avLst/>
            </a:prstGeom>
            <a:solidFill>
              <a:schemeClr val="bg1">
                <a:alpha val="3294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69996" name="Rectangle 11">
              <a:extLst>
                <a:ext uri="{FF2B5EF4-FFF2-40B4-BE49-F238E27FC236}">
                  <a16:creationId xmlns:a16="http://schemas.microsoft.com/office/drawing/2014/main" id="{D550DEDF-5461-8589-FBC1-D08F53D55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" y="1207"/>
              <a:ext cx="182" cy="182"/>
            </a:xfrm>
            <a:prstGeom prst="rect">
              <a:avLst/>
            </a:prstGeom>
            <a:solidFill>
              <a:schemeClr val="bg1">
                <a:alpha val="3294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69997" name="Rectangle 12">
              <a:extLst>
                <a:ext uri="{FF2B5EF4-FFF2-40B4-BE49-F238E27FC236}">
                  <a16:creationId xmlns:a16="http://schemas.microsoft.com/office/drawing/2014/main" id="{E687F0B4-C4C7-809E-5EA6-3103AB78D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981"/>
              <a:ext cx="181" cy="182"/>
            </a:xfrm>
            <a:prstGeom prst="rect">
              <a:avLst/>
            </a:prstGeom>
            <a:solidFill>
              <a:schemeClr val="bg1">
                <a:alpha val="1882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69998" name="Rectangle 13">
              <a:extLst>
                <a:ext uri="{FF2B5EF4-FFF2-40B4-BE49-F238E27FC236}">
                  <a16:creationId xmlns:a16="http://schemas.microsoft.com/office/drawing/2014/main" id="{7177C759-044B-6CAD-F21D-77226A3D3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981"/>
              <a:ext cx="182" cy="182"/>
            </a:xfrm>
            <a:prstGeom prst="rect">
              <a:avLst/>
            </a:prstGeom>
            <a:solidFill>
              <a:schemeClr val="bg1">
                <a:alpha val="1882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69999" name="Rectangle 14">
              <a:extLst>
                <a:ext uri="{FF2B5EF4-FFF2-40B4-BE49-F238E27FC236}">
                  <a16:creationId xmlns:a16="http://schemas.microsoft.com/office/drawing/2014/main" id="{A10AF2F6-D6E9-6CDA-CF17-E5156D513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" y="981"/>
              <a:ext cx="182" cy="182"/>
            </a:xfrm>
            <a:prstGeom prst="rect">
              <a:avLst/>
            </a:prstGeom>
            <a:solidFill>
              <a:schemeClr val="bg1">
                <a:alpha val="1882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70000" name="Rectangle 15">
              <a:extLst>
                <a:ext uri="{FF2B5EF4-FFF2-40B4-BE49-F238E27FC236}">
                  <a16:creationId xmlns:a16="http://schemas.microsoft.com/office/drawing/2014/main" id="{13948C22-BD65-BFFA-5716-69A4C1F23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" y="1434"/>
              <a:ext cx="182" cy="182"/>
            </a:xfrm>
            <a:prstGeom prst="rect">
              <a:avLst/>
            </a:prstGeom>
            <a:solidFill>
              <a:schemeClr val="bg1">
                <a:alpha val="1882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170001" name="Rectangle 16">
              <a:extLst>
                <a:ext uri="{FF2B5EF4-FFF2-40B4-BE49-F238E27FC236}">
                  <a16:creationId xmlns:a16="http://schemas.microsoft.com/office/drawing/2014/main" id="{59BEBD8F-612A-476F-1528-5BF21D0AF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" y="1661"/>
              <a:ext cx="182" cy="182"/>
            </a:xfrm>
            <a:prstGeom prst="rect">
              <a:avLst/>
            </a:prstGeom>
            <a:solidFill>
              <a:schemeClr val="bg1">
                <a:alpha val="3294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100">
                <a:solidFill>
                  <a:prstClr val="black"/>
                </a:solidFill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</p:grpSp>
      <p:sp>
        <p:nvSpPr>
          <p:cNvPr id="169988" name="Text Box 17">
            <a:extLst>
              <a:ext uri="{FF2B5EF4-FFF2-40B4-BE49-F238E27FC236}">
                <a16:creationId xmlns:a16="http://schemas.microsoft.com/office/drawing/2014/main" id="{E4C0AFFF-1A17-223F-792D-3E093A187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2868613"/>
            <a:ext cx="4992688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581" tIns="49291" rIns="98581" bIns="49291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6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8A6CF7-8F3A-C3D2-4629-EAB11CFCCDA5}"/>
              </a:ext>
            </a:extLst>
          </p:cNvPr>
          <p:cNvSpPr/>
          <p:nvPr/>
        </p:nvSpPr>
        <p:spPr>
          <a:xfrm>
            <a:off x="-23813" y="6551613"/>
            <a:ext cx="12238038" cy="333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2303" name="Picture 5">
            <a:extLst>
              <a:ext uri="{FF2B5EF4-FFF2-40B4-BE49-F238E27FC236}">
                <a16:creationId xmlns:a16="http://schemas.microsoft.com/office/drawing/2014/main" id="{5A4EEC95-26BF-D823-DDBC-FDADFBB2B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359400"/>
            <a:ext cx="2824162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4" name="Picture 12" descr="C:\Users\ADMINI~1\AppData\Local\Temp\360zip$Temp\360$0\L26_Logo_horz_blk_jpg.jpg">
            <a:extLst>
              <a:ext uri="{FF2B5EF4-FFF2-40B4-BE49-F238E27FC236}">
                <a16:creationId xmlns:a16="http://schemas.microsoft.com/office/drawing/2014/main" id="{890A4D0B-8E67-99F6-5CF9-49C83892D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5" y="5359400"/>
            <a:ext cx="2592388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5" name="Picture 5">
            <a:extLst>
              <a:ext uri="{FF2B5EF4-FFF2-40B4-BE49-F238E27FC236}">
                <a16:creationId xmlns:a16="http://schemas.microsoft.com/office/drawing/2014/main" id="{7C2E671A-A409-7052-99BC-F722112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5367338"/>
            <a:ext cx="2282825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RhYWI2ZDAwODNiMzkyNGEyMmE3MjFhYWI4YTkyY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19859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宽屏</PresentationFormat>
  <Paragraphs>17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Calibri</vt:lpstr>
      <vt:lpstr>华文彩云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cp:lastModifiedBy>烨超 陈</cp:lastModifiedBy>
  <cp:revision>213</cp:revision>
  <dcterms:created xsi:type="dcterms:W3CDTF">2019-06-19T02:08:00Z</dcterms:created>
  <dcterms:modified xsi:type="dcterms:W3CDTF">2026-08-09T03:08:26Z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4BDD69CECE9D4E29B56CEE26B0F9CB4F_13</vt:lpwstr>
  </property>
</Properties>
</file>